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38AD54-607A-444B-8A72-D5F1726AEE55}" v="283" dt="2026-08-26T08:46:39.0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idhi Haripriya" userId="76161daf39475f7e" providerId="Windows Live" clId="Web-{5438AD54-607A-444B-8A72-D5F1726AEE55}"/>
    <pc:docChg chg="modSld">
      <pc:chgData name="Veridhi Haripriya" userId="76161daf39475f7e" providerId="Windows Live" clId="Web-{5438AD54-607A-444B-8A72-D5F1726AEE55}" dt="2026-08-26T08:46:39.072" v="230" actId="20577"/>
      <pc:docMkLst>
        <pc:docMk/>
      </pc:docMkLst>
      <pc:sldChg chg="modSp">
        <pc:chgData name="Veridhi Haripriya" userId="76161daf39475f7e" providerId="Windows Live" clId="Web-{5438AD54-607A-444B-8A72-D5F1726AEE55}" dt="2026-08-26T08:45:26.461" v="228" actId="20577"/>
        <pc:sldMkLst>
          <pc:docMk/>
          <pc:sldMk cId="0" sldId="256"/>
        </pc:sldMkLst>
        <pc:spChg chg="mod">
          <ac:chgData name="Veridhi Haripriya" userId="76161daf39475f7e" providerId="Windows Live" clId="Web-{5438AD54-607A-444B-8A72-D5F1726AEE55}" dt="2026-08-26T08:27:15.599" v="12" actId="20577"/>
          <ac:spMkLst>
            <pc:docMk/>
            <pc:sldMk cId="0" sldId="256"/>
            <ac:spMk id="2" creationId="{00000000-0000-0000-0000-000000000000}"/>
          </ac:spMkLst>
        </pc:spChg>
        <pc:spChg chg="mod">
          <ac:chgData name="Veridhi Haripriya" userId="76161daf39475f7e" providerId="Windows Live" clId="Web-{5438AD54-607A-444B-8A72-D5F1726AEE55}" dt="2026-08-26T08:45:26.461" v="228" actId="20577"/>
          <ac:spMkLst>
            <pc:docMk/>
            <pc:sldMk cId="0" sldId="256"/>
            <ac:spMk id="3" creationId="{00000000-0000-0000-0000-000000000000}"/>
          </ac:spMkLst>
        </pc:spChg>
      </pc:sldChg>
      <pc:sldChg chg="addSp modSp">
        <pc:chgData name="Veridhi Haripriya" userId="76161daf39475f7e" providerId="Windows Live" clId="Web-{5438AD54-607A-444B-8A72-D5F1726AEE55}" dt="2026-08-26T08:30:42.589" v="82" actId="14100"/>
        <pc:sldMkLst>
          <pc:docMk/>
          <pc:sldMk cId="0" sldId="258"/>
        </pc:sldMkLst>
        <pc:spChg chg="add mod">
          <ac:chgData name="Veridhi Haripriya" userId="76161daf39475f7e" providerId="Windows Live" clId="Web-{5438AD54-607A-444B-8A72-D5F1726AEE55}" dt="2026-08-26T08:30:42.589" v="82" actId="14100"/>
          <ac:spMkLst>
            <pc:docMk/>
            <pc:sldMk cId="0" sldId="258"/>
            <ac:spMk id="4" creationId="{2EBDB549-202B-D7CE-05B5-17F4FCD162A7}"/>
          </ac:spMkLst>
        </pc:spChg>
      </pc:sldChg>
      <pc:sldChg chg="addSp modSp">
        <pc:chgData name="Veridhi Haripriya" userId="76161daf39475f7e" providerId="Windows Live" clId="Web-{5438AD54-607A-444B-8A72-D5F1726AEE55}" dt="2026-08-26T08:42:28.846" v="208"/>
        <pc:sldMkLst>
          <pc:docMk/>
          <pc:sldMk cId="0" sldId="259"/>
        </pc:sldMkLst>
        <pc:picChg chg="add mod modCrop">
          <ac:chgData name="Veridhi Haripriya" userId="76161daf39475f7e" providerId="Windows Live" clId="Web-{5438AD54-607A-444B-8A72-D5F1726AEE55}" dt="2026-08-26T08:42:28.846" v="208"/>
          <ac:picMkLst>
            <pc:docMk/>
            <pc:sldMk cId="0" sldId="259"/>
            <ac:picMk id="4" creationId="{BD3E8D67-B192-5F6A-8E85-74C5A99C40BB}"/>
          </ac:picMkLst>
        </pc:picChg>
      </pc:sldChg>
      <pc:sldChg chg="addSp modSp">
        <pc:chgData name="Veridhi Haripriya" userId="76161daf39475f7e" providerId="Windows Live" clId="Web-{5438AD54-607A-444B-8A72-D5F1726AEE55}" dt="2026-08-26T08:38:50.245" v="193" actId="1076"/>
        <pc:sldMkLst>
          <pc:docMk/>
          <pc:sldMk cId="0" sldId="260"/>
        </pc:sldMkLst>
        <pc:spChg chg="add mod">
          <ac:chgData name="Veridhi Haripriya" userId="76161daf39475f7e" providerId="Windows Live" clId="Web-{5438AD54-607A-444B-8A72-D5F1726AEE55}" dt="2026-08-26T08:38:50.245" v="193" actId="1076"/>
          <ac:spMkLst>
            <pc:docMk/>
            <pc:sldMk cId="0" sldId="260"/>
            <ac:spMk id="4" creationId="{42908FDC-CE52-84EC-418B-D3BBE642416E}"/>
          </ac:spMkLst>
        </pc:spChg>
      </pc:sldChg>
      <pc:sldChg chg="addSp modSp">
        <pc:chgData name="Veridhi Haripriya" userId="76161daf39475f7e" providerId="Windows Live" clId="Web-{5438AD54-607A-444B-8A72-D5F1726AEE55}" dt="2026-08-26T08:31:19.919" v="90" actId="14100"/>
        <pc:sldMkLst>
          <pc:docMk/>
          <pc:sldMk cId="0" sldId="261"/>
        </pc:sldMkLst>
        <pc:spChg chg="add mod">
          <ac:chgData name="Veridhi Haripriya" userId="76161daf39475f7e" providerId="Windows Live" clId="Web-{5438AD54-607A-444B-8A72-D5F1726AEE55}" dt="2026-08-26T08:31:19.919" v="90" actId="14100"/>
          <ac:spMkLst>
            <pc:docMk/>
            <pc:sldMk cId="0" sldId="261"/>
            <ac:spMk id="4" creationId="{69B57E4D-28B9-3128-3143-1E3D14DAD0FA}"/>
          </ac:spMkLst>
        </pc:spChg>
      </pc:sldChg>
      <pc:sldChg chg="addSp modSp">
        <pc:chgData name="Veridhi Haripriya" userId="76161daf39475f7e" providerId="Windows Live" clId="Web-{5438AD54-607A-444B-8A72-D5F1726AEE55}" dt="2026-08-26T08:39:36.106" v="204" actId="1076"/>
        <pc:sldMkLst>
          <pc:docMk/>
          <pc:sldMk cId="0" sldId="262"/>
        </pc:sldMkLst>
        <pc:spChg chg="add mod">
          <ac:chgData name="Veridhi Haripriya" userId="76161daf39475f7e" providerId="Windows Live" clId="Web-{5438AD54-607A-444B-8A72-D5F1726AEE55}" dt="2026-08-26T08:39:36.106" v="204" actId="1076"/>
          <ac:spMkLst>
            <pc:docMk/>
            <pc:sldMk cId="0" sldId="262"/>
            <ac:spMk id="2" creationId="{308646F5-BC8E-C7C9-2221-0C92902C2F22}"/>
          </ac:spMkLst>
        </pc:spChg>
      </pc:sldChg>
      <pc:sldChg chg="addSp modSp">
        <pc:chgData name="Veridhi Haripriya" userId="76161daf39475f7e" providerId="Windows Live" clId="Web-{5438AD54-607A-444B-8A72-D5F1726AEE55}" dt="2026-08-26T08:29:59.823" v="75" actId="1076"/>
        <pc:sldMkLst>
          <pc:docMk/>
          <pc:sldMk cId="1672422596" sldId="264"/>
        </pc:sldMkLst>
        <pc:spChg chg="add mod">
          <ac:chgData name="Veridhi Haripriya" userId="76161daf39475f7e" providerId="Windows Live" clId="Web-{5438AD54-607A-444B-8A72-D5F1726AEE55}" dt="2026-08-26T08:29:59.823" v="75" actId="1076"/>
          <ac:spMkLst>
            <pc:docMk/>
            <pc:sldMk cId="1672422596" sldId="264"/>
            <ac:spMk id="4" creationId="{24A5830B-7FFB-486F-91D7-923214B0CA91}"/>
          </ac:spMkLst>
        </pc:spChg>
      </pc:sldChg>
      <pc:sldChg chg="addSp modSp">
        <pc:chgData name="Veridhi Haripriya" userId="76161daf39475f7e" providerId="Windows Live" clId="Web-{5438AD54-607A-444B-8A72-D5F1726AEE55}" dt="2026-08-26T08:33:41.329" v="118" actId="20577"/>
        <pc:sldMkLst>
          <pc:docMk/>
          <pc:sldMk cId="3441026644" sldId="265"/>
        </pc:sldMkLst>
        <pc:spChg chg="add mod">
          <ac:chgData name="Veridhi Haripriya" userId="76161daf39475f7e" providerId="Windows Live" clId="Web-{5438AD54-607A-444B-8A72-D5F1726AEE55}" dt="2026-08-26T08:33:41.329" v="118" actId="20577"/>
          <ac:spMkLst>
            <pc:docMk/>
            <pc:sldMk cId="3441026644" sldId="265"/>
            <ac:spMk id="4" creationId="{F425A059-C90E-BF22-041B-AA3966153E22}"/>
          </ac:spMkLst>
        </pc:spChg>
        <pc:spChg chg="add mod">
          <ac:chgData name="Veridhi Haripriya" userId="76161daf39475f7e" providerId="Windows Live" clId="Web-{5438AD54-607A-444B-8A72-D5F1726AEE55}" dt="2026-08-26T08:33:08.094" v="112" actId="14100"/>
          <ac:spMkLst>
            <pc:docMk/>
            <pc:sldMk cId="3441026644" sldId="265"/>
            <ac:spMk id="5" creationId="{334491FE-B595-A28D-60F6-D5396D5B33E2}"/>
          </ac:spMkLst>
        </pc:spChg>
      </pc:sldChg>
      <pc:sldChg chg="addSp modSp">
        <pc:chgData name="Veridhi Haripriya" userId="76161daf39475f7e" providerId="Windows Live" clId="Web-{5438AD54-607A-444B-8A72-D5F1726AEE55}" dt="2026-08-26T08:46:39.072" v="230" actId="20577"/>
        <pc:sldMkLst>
          <pc:docMk/>
          <pc:sldMk cId="2292750904" sldId="266"/>
        </pc:sldMkLst>
        <pc:spChg chg="add mod">
          <ac:chgData name="Veridhi Haripriya" userId="76161daf39475f7e" providerId="Windows Live" clId="Web-{5438AD54-607A-444B-8A72-D5F1726AEE55}" dt="2026-08-26T08:35:40.692" v="135" actId="1076"/>
          <ac:spMkLst>
            <pc:docMk/>
            <pc:sldMk cId="2292750904" sldId="266"/>
            <ac:spMk id="4" creationId="{85344751-28B5-B62A-408B-610CFA1E5F62}"/>
          </ac:spMkLst>
        </pc:spChg>
        <pc:spChg chg="add mod">
          <ac:chgData name="Veridhi Haripriya" userId="76161daf39475f7e" providerId="Windows Live" clId="Web-{5438AD54-607A-444B-8A72-D5F1726AEE55}" dt="2026-08-26T08:46:39.072" v="230" actId="20577"/>
          <ac:spMkLst>
            <pc:docMk/>
            <pc:sldMk cId="2292750904" sldId="266"/>
            <ac:spMk id="5" creationId="{BCB7D59D-82AF-2289-A582-F535C1F392E8}"/>
          </ac:spMkLst>
        </pc:spChg>
        <pc:spChg chg="add mod">
          <ac:chgData name="Veridhi Haripriya" userId="76161daf39475f7e" providerId="Windows Live" clId="Web-{5438AD54-607A-444B-8A72-D5F1726AEE55}" dt="2026-08-26T08:37:24.008" v="162" actId="1076"/>
          <ac:spMkLst>
            <pc:docMk/>
            <pc:sldMk cId="2292750904" sldId="266"/>
            <ac:spMk id="6" creationId="{7975E3D2-B904-56BE-C917-D3F0B6977B13}"/>
          </ac:spMkLst>
        </pc:spChg>
        <pc:spChg chg="add mod">
          <ac:chgData name="Veridhi Haripriya" userId="76161daf39475f7e" providerId="Windows Live" clId="Web-{5438AD54-607A-444B-8A72-D5F1726AEE55}" dt="2026-08-26T08:38:19.369" v="184" actId="14100"/>
          <ac:spMkLst>
            <pc:docMk/>
            <pc:sldMk cId="2292750904" sldId="266"/>
            <ac:spMk id="7" creationId="{35A0FC01-7B93-3D8E-C9DE-83CA220B598D}"/>
          </ac:spMkLst>
        </pc:spChg>
      </pc:sldChg>
      <pc:sldChg chg="addSp modSp">
        <pc:chgData name="Veridhi Haripriya" userId="76161daf39475f7e" providerId="Windows Live" clId="Web-{5438AD54-607A-444B-8A72-D5F1726AEE55}" dt="2026-08-26T08:34:42.034" v="128" actId="1076"/>
        <pc:sldMkLst>
          <pc:docMk/>
          <pc:sldMk cId="106092222" sldId="267"/>
        </pc:sldMkLst>
        <pc:spChg chg="add mod">
          <ac:chgData name="Veridhi Haripriya" userId="76161daf39475f7e" providerId="Windows Live" clId="Web-{5438AD54-607A-444B-8A72-D5F1726AEE55}" dt="2026-08-26T08:34:42.034" v="128" actId="1076"/>
          <ac:spMkLst>
            <pc:docMk/>
            <pc:sldMk cId="106092222" sldId="267"/>
            <ac:spMk id="4" creationId="{C1C17446-97FF-043D-C2F3-BDE4A8B9FE3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lIns="91440" tIns="45720" rIns="91440" bIns="45720" anchor="b"/>
          <a:lstStyle/>
          <a:p>
            <a:br>
              <a:rPr lang="en-US" b="1" dirty="0">
                <a:solidFill>
                  <a:srgbClr val="FF0000"/>
                </a:solidFill>
                <a:latin typeface="+mn-lt"/>
              </a:rPr>
            </a:br>
            <a:br>
              <a:rPr lang="en-US" b="1" dirty="0">
                <a:solidFill>
                  <a:srgbClr val="FF0000"/>
                </a:solidFill>
                <a:latin typeface="+mn-lt"/>
              </a:rPr>
            </a:br>
            <a:br>
              <a:rPr lang="en-US" b="1" dirty="0">
                <a:solidFill>
                  <a:srgbClr val="FF0000"/>
                </a:solidFill>
                <a:latin typeface="+mn-lt"/>
              </a:rPr>
            </a:br>
            <a:br>
              <a:rPr lang="en-US" b="1" dirty="0">
                <a:solidFill>
                  <a:srgbClr val="FF0000"/>
                </a:solidFill>
                <a:latin typeface="+mn-lt"/>
              </a:rPr>
            </a:br>
            <a:br>
              <a:rPr lang="en-US" b="1" dirty="0">
                <a:solidFill>
                  <a:srgbClr val="FF0000"/>
                </a:solidFill>
                <a:latin typeface="+mn-lt"/>
              </a:rPr>
            </a:br>
            <a:br>
              <a:rPr lang="en-US" b="1" dirty="0">
                <a:solidFill>
                  <a:srgbClr val="FF0000"/>
                </a:solidFill>
                <a:latin typeface="+mn-lt"/>
              </a:rPr>
            </a:br>
            <a:br>
              <a:rPr lang="en-US" sz="4000" b="1" dirty="0">
                <a:solidFill>
                  <a:srgbClr val="FF0000"/>
                </a:solidFill>
                <a:latin typeface="+mn-lt"/>
              </a:rPr>
            </a:br>
            <a:r>
              <a:rPr lang="en-US" sz="4000" b="1" dirty="0">
                <a:solidFill>
                  <a:srgbClr val="FF0000"/>
                </a:solidFill>
                <a:latin typeface="+mn-lt"/>
              </a:rPr>
              <a:t>Data Structures and Algorithms -3 </a:t>
            </a:r>
            <a:r>
              <a:rPr lang="en-US" sz="4000" b="1">
                <a:solidFill>
                  <a:srgbClr val="FF0000"/>
                </a:solidFill>
                <a:latin typeface="+mn-lt"/>
              </a:rPr>
              <a:t>(25CS2103E)</a:t>
            </a:r>
            <a:br>
              <a:rPr lang="en-US" sz="4000" b="1" dirty="0">
                <a:solidFill>
                  <a:srgbClr val="FF0000"/>
                </a:solidFill>
                <a:latin typeface="+mn-lt"/>
              </a:rPr>
            </a:br>
            <a:br>
              <a:rPr lang="en-US" sz="4000" b="1" dirty="0">
                <a:solidFill>
                  <a:srgbClr val="FF0000"/>
                </a:solidFill>
                <a:latin typeface="+mn-lt"/>
              </a:rPr>
            </a:br>
            <a:r>
              <a:rPr lang="en-US" sz="4000" b="1">
                <a:solidFill>
                  <a:srgbClr val="FF0000"/>
                </a:solidFill>
                <a:ea typeface="+mj-lt"/>
                <a:cs typeface="+mj-lt"/>
              </a:rPr>
              <a:t>Plagiarism Detection Engine for Academic Submissions</a:t>
            </a:r>
            <a:endParaRPr lang="en-US" sz="4000" b="1">
              <a:solidFill>
                <a:srgbClr val="FF0000"/>
              </a:solidFill>
              <a:latin typeface="Calibri"/>
              <a:ea typeface="Calibri"/>
              <a:cs typeface="Calibri"/>
            </a:endParaRPr>
          </a:p>
        </p:txBody>
      </p:sp>
      <p:sp>
        <p:nvSpPr>
          <p:cNvPr id="3" name="Subtitle 2"/>
          <p:cNvSpPr>
            <a:spLocks noGrp="1"/>
          </p:cNvSpPr>
          <p:nvPr>
            <p:ph type="subTitle" idx="1"/>
          </p:nvPr>
        </p:nvSpPr>
        <p:spPr>
          <a:xfrm>
            <a:off x="3815077" y="3524107"/>
            <a:ext cx="4551284" cy="1396014"/>
          </a:xfrm>
        </p:spPr>
        <p:txBody>
          <a:bodyPr lIns="91440" tIns="45720" rIns="91440" bIns="45720" anchor="t"/>
          <a:lstStyle/>
          <a:p>
            <a:r>
              <a:rPr lang="en-US">
                <a:ea typeface="Calibri"/>
                <a:cs typeface="Calibri"/>
              </a:rPr>
              <a:t>Team No. 01</a:t>
            </a:r>
          </a:p>
          <a:p>
            <a:r>
              <a:rPr lang="en-US">
                <a:solidFill>
                  <a:srgbClr val="0070C0"/>
                </a:solidFill>
              </a:rPr>
              <a:t>2520080015 : </a:t>
            </a:r>
            <a:r>
              <a:rPr lang="en-US" err="1">
                <a:solidFill>
                  <a:srgbClr val="0070C0"/>
                </a:solidFill>
              </a:rPr>
              <a:t>Veridhi</a:t>
            </a:r>
            <a:r>
              <a:rPr lang="en-US">
                <a:solidFill>
                  <a:srgbClr val="0070C0"/>
                </a:solidFill>
              </a:rPr>
              <a:t> Hari Priya</a:t>
            </a:r>
            <a:endParaRPr lang="en-US">
              <a:ea typeface="Calibri"/>
              <a:cs typeface="Calibri"/>
            </a:endParaRPr>
          </a:p>
          <a:p>
            <a:r>
              <a:rPr lang="en-US">
                <a:solidFill>
                  <a:srgbClr val="0070C0"/>
                </a:solidFill>
                <a:latin typeface="Calibri"/>
                <a:ea typeface="Calibri"/>
                <a:cs typeface="Calibri"/>
              </a:rPr>
              <a:t>2520080058 : G. Anirudh</a:t>
            </a:r>
            <a:endParaRPr lang="en-US" dirty="0">
              <a:solidFill>
                <a:srgbClr val="0070C0"/>
              </a:solidFill>
              <a:effectLst/>
              <a:latin typeface="Calibri"/>
              <a:ea typeface="Calibri"/>
              <a:cs typeface="Calibri"/>
            </a:endParaRPr>
          </a:p>
          <a:p>
            <a:r>
              <a:rPr lang="en-US">
                <a:solidFill>
                  <a:srgbClr val="0070C0"/>
                </a:solidFill>
                <a:latin typeface="Calibri"/>
                <a:ea typeface="Calibri"/>
                <a:cs typeface="Calibri"/>
              </a:rPr>
              <a:t>2520080068 : M. Sai Harika</a:t>
            </a:r>
            <a:endParaRPr lang="en-US" dirty="0">
              <a:solidFill>
                <a:srgbClr val="0070C0"/>
              </a:solidFill>
              <a:latin typeface="Calibri"/>
              <a:ea typeface="Calibri"/>
              <a:cs typeface="Calibri"/>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1800" b="1" kern="0">
                <a:solidFill>
                  <a:srgbClr val="000000"/>
                </a:solidFill>
                <a:ea typeface="+mn-lt"/>
                <a:cs typeface="+mn-lt"/>
              </a:rPr>
              <a:t>Dr. Dyuti</a:t>
            </a:r>
            <a:r>
              <a:rPr lang="en-US" sz="1800" b="1" kern="0" dirty="0">
                <a:solidFill>
                  <a:srgbClr val="000000"/>
                </a:solidFill>
                <a:ea typeface="+mn-lt"/>
                <a:cs typeface="+mn-lt"/>
              </a:rPr>
              <a:t> Banerjee</a:t>
            </a:r>
            <a:endParaRPr lang="en-IN" sz="1800" b="1" kern="100" dirty="0">
              <a:solidFill>
                <a:srgbClr val="000000"/>
              </a:solidFill>
              <a:latin typeface="Times New Roman"/>
              <a:ea typeface="Calibri" panose="020F0502020204030204" pitchFamily="34" charset="0"/>
              <a:cs typeface="Gautami"/>
            </a:endParaRPr>
          </a:p>
          <a:p>
            <a:pPr>
              <a:lnSpc>
                <a:spcPct val="107000"/>
              </a:lnSpc>
              <a:spcAft>
                <a:spcPts val="800"/>
              </a:spcAft>
            </a:pPr>
            <a:r>
              <a:rPr lang="en-US" sz="1800" b="1" kern="0">
                <a:solidFill>
                  <a:srgbClr val="000000"/>
                </a:solidFill>
                <a:ea typeface="+mn-lt"/>
                <a:cs typeface="+mn-lt"/>
              </a:rPr>
              <a:t>AI &amp; DS</a:t>
            </a:r>
            <a:r>
              <a:rPr lang="en-US" sz="1800" b="1" kern="0" dirty="0">
                <a:solidFill>
                  <a:srgbClr val="000000"/>
                </a:solidFill>
                <a:latin typeface="Times New Roman"/>
                <a:ea typeface="+mn-lt"/>
                <a:cs typeface="Gautami"/>
              </a:rPr>
              <a:t> </a:t>
            </a:r>
            <a:r>
              <a:rPr lang="en-US" sz="1800" b="1" kern="0" dirty="0">
                <a:solidFill>
                  <a:srgbClr val="000000"/>
                </a:solidFill>
                <a:effectLst/>
                <a:latin typeface="Times New Roman"/>
                <a:ea typeface="Times New Roman" panose="02020603050405020304" pitchFamily="18" charset="0"/>
                <a:cs typeface="Gautami"/>
              </a:rPr>
              <a:t> </a:t>
            </a:r>
            <a:endParaRPr lang="en-IN" sz="1800" b="1" kern="100">
              <a:effectLst/>
              <a:latin typeface="Times New Roman"/>
              <a:ea typeface="Calibri" panose="020F0502020204030204" pitchFamily="34" charset="0"/>
              <a:cs typeface="Gautami"/>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24A5830B-7FFB-486F-91D7-923214B0CA91}"/>
              </a:ext>
            </a:extLst>
          </p:cNvPr>
          <p:cNvSpPr txBox="1"/>
          <p:nvPr/>
        </p:nvSpPr>
        <p:spPr>
          <a:xfrm>
            <a:off x="1492251" y="1375833"/>
            <a:ext cx="9218082"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rtl="0"/>
            <a:r>
              <a:rPr lang="en-US" sz="2800" b="1" i="0" dirty="0"/>
              <a:t>The Plagiarism Detection Engine for Academic Submissions is a DSA-based project designed to identify similar or duplicated content in academic documents. It uses data structures such as Lists, </a:t>
            </a:r>
            <a:r>
              <a:rPr lang="en-US" sz="2800" b="1" i="0" dirty="0" err="1"/>
              <a:t>HashMaps</a:t>
            </a:r>
            <a:r>
              <a:rPr lang="en-US" sz="2800" b="1" i="0" dirty="0"/>
              <a:t>, Stacks, and Queues to efficiently store and manage document data. Searching, sorting, and string comparison algorithms are used to detect matching words or phrases and calculate a similarity percentage. The system helps reduce manual effort and demonstrates the practical application of Data Structures and Algorithms in solving a real-world academic problem.</a:t>
            </a:r>
            <a:endParaRPr lang="en-US" sz="2800" b="1" i="0">
              <a:ea typeface="Calibri"/>
              <a:cs typeface="Calibri"/>
            </a:endParaRPr>
          </a:p>
          <a:p>
            <a:pPr algn="just"/>
            <a:endParaRPr lang="en-US" sz="2800" dirty="0">
              <a:ea typeface="Calibri"/>
              <a:cs typeface="Calibri"/>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2EBDB549-202B-D7CE-05B5-17F4FCD162A7}"/>
              </a:ext>
            </a:extLst>
          </p:cNvPr>
          <p:cNvSpPr txBox="1"/>
          <p:nvPr/>
        </p:nvSpPr>
        <p:spPr>
          <a:xfrm>
            <a:off x="1026584" y="1227667"/>
            <a:ext cx="9874249"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buFont typeface=""/>
              <a:buChar char="•"/>
            </a:pPr>
            <a:r>
              <a:rPr lang="en-US" sz="2800" b="1" i="0"/>
              <a:t>Plagiarism is a major issue in academic submissions.</a:t>
            </a:r>
            <a:endParaRPr lang="en-US" sz="2800" b="1" i="0">
              <a:ea typeface="Calibri"/>
              <a:cs typeface="Calibri"/>
            </a:endParaRPr>
          </a:p>
          <a:p>
            <a:pPr algn="l" rtl="0">
              <a:buFont typeface=""/>
              <a:buChar char="•"/>
            </a:pPr>
            <a:r>
              <a:rPr lang="en-US" sz="2800" b="1" i="0"/>
              <a:t>Checking many assignments manually is difficult and time-consuming.</a:t>
            </a:r>
            <a:endParaRPr lang="en-US" sz="2800" b="1" i="0">
              <a:ea typeface="Calibri"/>
              <a:cs typeface="Calibri"/>
            </a:endParaRPr>
          </a:p>
          <a:p>
            <a:pPr algn="l" rtl="0">
              <a:buFont typeface=""/>
              <a:buChar char="•"/>
            </a:pPr>
            <a:r>
              <a:rPr lang="en-US" sz="2800" b="1" i="0"/>
              <a:t>A DSA-based system can efficiently store, organize, search, and compare document content.</a:t>
            </a:r>
            <a:endParaRPr lang="en-US" sz="2800" b="1" i="0">
              <a:ea typeface="Calibri"/>
              <a:cs typeface="Calibri"/>
            </a:endParaRPr>
          </a:p>
          <a:p>
            <a:pPr algn="l" rtl="0">
              <a:buFont typeface=""/>
              <a:buChar char="•"/>
            </a:pPr>
            <a:r>
              <a:rPr lang="en-US" sz="2800" b="1" i="0"/>
              <a:t>Arrays/Lists can store submissions and words.</a:t>
            </a:r>
            <a:endParaRPr lang="en-US" sz="2800" b="1" i="0">
              <a:ea typeface="Calibri"/>
              <a:cs typeface="Calibri"/>
            </a:endParaRPr>
          </a:p>
          <a:p>
            <a:pPr algn="l" rtl="0">
              <a:buFont typeface=""/>
              <a:buChar char="•"/>
            </a:pPr>
            <a:r>
              <a:rPr lang="en-US" sz="2800" b="1" i="0" dirty="0" err="1"/>
              <a:t>HashMaps</a:t>
            </a:r>
            <a:r>
              <a:rPr lang="en-US" sz="2800" b="1" i="0" dirty="0"/>
              <a:t> can store word frequencies for efficient comparison.</a:t>
            </a:r>
            <a:endParaRPr lang="en-US" sz="2800" b="1" i="0">
              <a:ea typeface="Calibri"/>
              <a:cs typeface="Calibri"/>
            </a:endParaRPr>
          </a:p>
          <a:p>
            <a:pPr algn="l" rtl="0">
              <a:buFont typeface=""/>
              <a:buChar char="•"/>
            </a:pPr>
            <a:r>
              <a:rPr lang="en-US" sz="2800" b="1" i="0"/>
              <a:t>Searching algorithms help find specific words or phrases.</a:t>
            </a:r>
            <a:endParaRPr lang="en-US" sz="2800" b="1" i="0">
              <a:ea typeface="Calibri"/>
              <a:cs typeface="Calibri"/>
            </a:endParaRPr>
          </a:p>
          <a:p>
            <a:pPr algn="l" rtl="0">
              <a:buFont typeface=""/>
              <a:buChar char="•"/>
            </a:pPr>
            <a:r>
              <a:rPr lang="en-US" sz="2800" b="1" i="0"/>
              <a:t>Sorting algorithms can organize similarity results.</a:t>
            </a:r>
            <a:endParaRPr lang="en-US" sz="2800" b="1" i="0">
              <a:ea typeface="Calibri"/>
              <a:cs typeface="Calibri"/>
            </a:endParaRPr>
          </a:p>
          <a:p>
            <a:pPr algn="l" rtl="0">
              <a:buFont typeface=""/>
              <a:buChar char="•"/>
            </a:pPr>
            <a:r>
              <a:rPr lang="en-US" sz="2800" b="1" i="0"/>
              <a:t>The system identifies similar content and calculates a similarity percentage.</a:t>
            </a:r>
            <a:endParaRPr lang="en-US" sz="2800" b="1" i="0">
              <a:ea typeface="Calibri"/>
              <a:cs typeface="Calibri"/>
            </a:endParaRPr>
          </a:p>
          <a:p>
            <a:endParaRPr lang="en-US" sz="2800" dirty="0">
              <a:ea typeface="Calibri"/>
              <a:cs typeface="Calibri"/>
            </a:endParaRPr>
          </a:p>
          <a:p>
            <a:endParaRPr lang="en-US" sz="2800" dirty="0">
              <a:ea typeface="Calibri"/>
              <a:cs typeface="Calibri"/>
            </a:endParaRPr>
          </a:p>
          <a:p>
            <a:pPr algn="ctr"/>
            <a:endParaRPr lang="en-US" sz="2800" dirty="0">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69B57E4D-28B9-3128-3143-1E3D14DAD0FA}"/>
              </a:ext>
            </a:extLst>
          </p:cNvPr>
          <p:cNvSpPr txBox="1"/>
          <p:nvPr/>
        </p:nvSpPr>
        <p:spPr>
          <a:xfrm>
            <a:off x="814917" y="899583"/>
            <a:ext cx="10339916"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buFont typeface=""/>
              <a:buChar char="•"/>
            </a:pPr>
            <a:r>
              <a:rPr lang="en-US" sz="2800" b="1" i="0"/>
              <a:t>Traditional plagiarism detection methods use manual checking and direct text comparison.</a:t>
            </a:r>
            <a:endParaRPr lang="en-US" sz="2800" b="1" i="0">
              <a:ea typeface="Calibri"/>
              <a:cs typeface="Calibri"/>
            </a:endParaRPr>
          </a:p>
          <a:p>
            <a:pPr algn="l" rtl="0">
              <a:buFont typeface=""/>
              <a:buChar char="•"/>
            </a:pPr>
            <a:r>
              <a:rPr lang="en-US" sz="2800" b="1" i="0"/>
              <a:t>Basic systems compare documents using string matching techniques.</a:t>
            </a:r>
            <a:endParaRPr lang="en-US" sz="2800" b="1" i="0">
              <a:ea typeface="Calibri"/>
              <a:cs typeface="Calibri"/>
            </a:endParaRPr>
          </a:p>
          <a:p>
            <a:pPr algn="l" rtl="0">
              <a:buFont typeface=""/>
              <a:buChar char="•"/>
            </a:pPr>
            <a:r>
              <a:rPr lang="en-US" sz="2800" b="1" i="0"/>
              <a:t>Data structures such as Arrays, Hash Tables, and Lists improve the storage and retrieval of document data.</a:t>
            </a:r>
            <a:endParaRPr lang="en-US" sz="2800" b="1" i="0">
              <a:ea typeface="Calibri"/>
              <a:cs typeface="Calibri"/>
            </a:endParaRPr>
          </a:p>
          <a:p>
            <a:pPr algn="l" rtl="0">
              <a:buFont typeface=""/>
              <a:buChar char="•"/>
            </a:pPr>
            <a:r>
              <a:rPr lang="en-US" sz="2800" b="1" i="0"/>
              <a:t>Hashing can efficiently identify common words between documents.</a:t>
            </a:r>
            <a:endParaRPr lang="en-US" sz="2800" b="1" i="0">
              <a:ea typeface="Calibri"/>
              <a:cs typeface="Calibri"/>
            </a:endParaRPr>
          </a:p>
          <a:p>
            <a:pPr algn="l" rtl="0">
              <a:buFont typeface=""/>
              <a:buChar char="•"/>
            </a:pPr>
            <a:r>
              <a:rPr lang="en-US" sz="2800" b="1" i="0"/>
              <a:t>Searching and sorting algorithms help process and organize comparison results.</a:t>
            </a:r>
            <a:endParaRPr lang="en-US" sz="2800" b="1" i="0">
              <a:ea typeface="Calibri"/>
              <a:cs typeface="Calibri"/>
            </a:endParaRPr>
          </a:p>
          <a:p>
            <a:pPr algn="l" rtl="0">
              <a:buFont typeface=""/>
              <a:buChar char="•"/>
            </a:pPr>
            <a:r>
              <a:rPr lang="en-US" sz="2800" b="1" i="0"/>
              <a:t>Advanced plagiarism systems may use NLP and AI, but this project focuses on implementing the core concept using DSA techniques.</a:t>
            </a:r>
            <a:endParaRPr lang="en-US" sz="2800" b="1" i="0">
              <a:ea typeface="Calibri"/>
              <a:cs typeface="Calibri"/>
            </a:endParaRPr>
          </a:p>
          <a:p>
            <a:endParaRPr lang="en-US" sz="2800" dirty="0">
              <a:ea typeface="Calibri"/>
              <a:cs typeface="Calibri"/>
            </a:endParaRPr>
          </a:p>
          <a:p>
            <a:endParaRPr lang="en-US" sz="2800" dirty="0">
              <a:ea typeface="Calibri"/>
              <a:cs typeface="Calibri"/>
            </a:endParaRPr>
          </a:p>
          <a:p>
            <a:pPr algn="ctr"/>
            <a:endParaRPr lang="en-US" sz="2800" dirty="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F425A059-C90E-BF22-041B-AA3966153E22}"/>
              </a:ext>
            </a:extLst>
          </p:cNvPr>
          <p:cNvSpPr txBox="1"/>
          <p:nvPr/>
        </p:nvSpPr>
        <p:spPr>
          <a:xfrm>
            <a:off x="402167" y="1576917"/>
            <a:ext cx="1139825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rtl="0"/>
            <a:r>
              <a:rPr lang="en-US" sz="2000" b="1" i="0" dirty="0"/>
              <a:t>Academic institutions receive a large number of student assignments and submissions. Manually comparing every document is time-consuming and inefficient. A system is required to efficiently store submissions, compare their content, identify duplicate or common words, and display similarity results.</a:t>
            </a:r>
            <a:endParaRPr lang="en-US" sz="2000" b="1" i="0">
              <a:ea typeface="Calibri"/>
              <a:cs typeface="Calibri"/>
            </a:endParaRPr>
          </a:p>
          <a:p>
            <a:pPr algn="just" rtl="0"/>
            <a:r>
              <a:rPr lang="en-US" sz="2000" b="1" i="0"/>
              <a:t>The problem is to design a DSA-based plagiarism detection engine using appropriate data structures and algorithms for efficient document storage, searching, comparison, and sorting of results.</a:t>
            </a:r>
            <a:endParaRPr lang="en-US" sz="2000" b="1" i="0">
              <a:ea typeface="Calibri"/>
              <a:cs typeface="Calibri"/>
            </a:endParaRPr>
          </a:p>
        </p:txBody>
      </p:sp>
      <p:sp>
        <p:nvSpPr>
          <p:cNvPr id="5" name="TextBox 4">
            <a:extLst>
              <a:ext uri="{FF2B5EF4-FFF2-40B4-BE49-F238E27FC236}">
                <a16:creationId xmlns:a16="http://schemas.microsoft.com/office/drawing/2014/main" id="{334491FE-B595-A28D-60F6-D5396D5B33E2}"/>
              </a:ext>
            </a:extLst>
          </p:cNvPr>
          <p:cNvSpPr txBox="1"/>
          <p:nvPr/>
        </p:nvSpPr>
        <p:spPr>
          <a:xfrm>
            <a:off x="1206500" y="3429000"/>
            <a:ext cx="11123083"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buFont typeface=""/>
              <a:buChar char="•"/>
            </a:pPr>
            <a:r>
              <a:rPr lang="en-US" sz="2000" b="1" i="0"/>
              <a:t>To develop a plagiarism detection system based on Data Structures and Algorithms.</a:t>
            </a:r>
            <a:endParaRPr lang="en-US" sz="2000" b="1" i="0">
              <a:ea typeface="Calibri"/>
              <a:cs typeface="Calibri"/>
            </a:endParaRPr>
          </a:p>
          <a:p>
            <a:pPr algn="l" rtl="0">
              <a:buFont typeface=""/>
              <a:buChar char="•"/>
            </a:pPr>
            <a:r>
              <a:rPr lang="en-US" sz="2000" b="1" i="0"/>
              <a:t>To store academic submissions efficiently using Arrays or Lists.</a:t>
            </a:r>
            <a:endParaRPr lang="en-US" sz="2000" b="1" i="0">
              <a:ea typeface="Calibri"/>
              <a:cs typeface="Calibri"/>
            </a:endParaRPr>
          </a:p>
          <a:p>
            <a:pPr algn="l" rtl="0">
              <a:buFont typeface=""/>
              <a:buChar char="•"/>
            </a:pPr>
            <a:r>
              <a:rPr lang="en-US" sz="2000" b="1" i="0" dirty="0"/>
              <a:t>To use </a:t>
            </a:r>
            <a:r>
              <a:rPr lang="en-US" sz="2000" b="1" i="0" dirty="0" err="1"/>
              <a:t>HashMaps</a:t>
            </a:r>
            <a:r>
              <a:rPr lang="en-US" sz="2000" b="1" i="0" dirty="0"/>
              <a:t>/Hash Tables for word-frequency storage.</a:t>
            </a:r>
            <a:endParaRPr lang="en-US" sz="2000" b="1" i="0">
              <a:ea typeface="Calibri"/>
              <a:cs typeface="Calibri"/>
            </a:endParaRPr>
          </a:p>
          <a:p>
            <a:pPr algn="l" rtl="0">
              <a:buFont typeface=""/>
              <a:buChar char="•"/>
            </a:pPr>
            <a:r>
              <a:rPr lang="en-US" sz="2000" b="1" i="0"/>
              <a:t>To use Searching algorithms for finding words or phrases.</a:t>
            </a:r>
            <a:endParaRPr lang="en-US" sz="2000" b="1" i="0">
              <a:ea typeface="Calibri"/>
              <a:cs typeface="Calibri"/>
            </a:endParaRPr>
          </a:p>
          <a:p>
            <a:pPr algn="l" rtl="0">
              <a:buFont typeface=""/>
              <a:buChar char="•"/>
            </a:pPr>
            <a:r>
              <a:rPr lang="en-US" sz="2000" b="1" i="0"/>
              <a:t>To compare submissions and identify common content.</a:t>
            </a:r>
            <a:endParaRPr lang="en-US" sz="2000" b="1" i="0">
              <a:ea typeface="Calibri"/>
              <a:cs typeface="Calibri"/>
            </a:endParaRPr>
          </a:p>
          <a:p>
            <a:pPr algn="l" rtl="0">
              <a:buFont typeface=""/>
              <a:buChar char="•"/>
            </a:pPr>
            <a:r>
              <a:rPr lang="en-US" sz="2000" b="1" i="0"/>
              <a:t>To calculate the similarity percentage between documents.</a:t>
            </a:r>
            <a:endParaRPr lang="en-US" sz="2000" b="1" i="0">
              <a:ea typeface="Calibri"/>
              <a:cs typeface="Calibri"/>
            </a:endParaRPr>
          </a:p>
          <a:p>
            <a:pPr algn="l" rtl="0">
              <a:buFont typeface=""/>
              <a:buChar char="•"/>
            </a:pPr>
            <a:r>
              <a:rPr lang="en-US" sz="2000" b="1" i="0"/>
              <a:t>To use Sorting algorithms to arrange results based on similarity.</a:t>
            </a:r>
            <a:endParaRPr lang="en-US" sz="2000" b="1" i="0">
              <a:ea typeface="Calibri"/>
              <a:cs typeface="Calibri"/>
            </a:endParaRPr>
          </a:p>
          <a:p>
            <a:pPr algn="l" rtl="0">
              <a:buFont typeface=""/>
              <a:buChar char="•"/>
            </a:pPr>
            <a:r>
              <a:rPr lang="en-US" sz="2000" b="1" i="0"/>
              <a:t>To demonstrate real-world applications of DSA concepts.</a:t>
            </a:r>
            <a:endParaRPr lang="en-US" sz="2000" b="1" i="0">
              <a:ea typeface="Calibri"/>
              <a:cs typeface="Calibri"/>
            </a:endParaRPr>
          </a:p>
          <a:p>
            <a:endParaRPr lang="en-US" sz="2000" dirty="0">
              <a:ea typeface="Calibri"/>
              <a:cs typeface="Calibri"/>
            </a:endParaRPr>
          </a:p>
          <a:p>
            <a:endParaRPr lang="en-US" sz="2000" dirty="0">
              <a:ea typeface="Calibri"/>
              <a:cs typeface="Calibri"/>
            </a:endParaRPr>
          </a:p>
          <a:p>
            <a:pPr algn="ctr"/>
            <a:endParaRPr lang="en-US" sz="2000" dirty="0">
              <a:ea typeface="Calibri"/>
              <a:cs typeface="Calibri"/>
            </a:endParaRP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4" name="Picture 3">
            <a:extLst>
              <a:ext uri="{FF2B5EF4-FFF2-40B4-BE49-F238E27FC236}">
                <a16:creationId xmlns:a16="http://schemas.microsoft.com/office/drawing/2014/main" id="{BD3E8D67-B192-5F6A-8E85-74C5A99C40BB}"/>
              </a:ext>
            </a:extLst>
          </p:cNvPr>
          <p:cNvPicPr>
            <a:picLocks noChangeAspect="1"/>
          </p:cNvPicPr>
          <p:nvPr/>
        </p:nvPicPr>
        <p:blipFill>
          <a:blip r:embed="rId2"/>
          <a:srcRect t="7155" r="207" b="174"/>
          <a:stretch>
            <a:fillRect/>
          </a:stretch>
        </p:blipFill>
        <p:spPr>
          <a:xfrm>
            <a:off x="3218045" y="787163"/>
            <a:ext cx="5471607" cy="60603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C1C17446-97FF-043D-C2F3-BDE4A8B9FE33}"/>
              </a:ext>
            </a:extLst>
          </p:cNvPr>
          <p:cNvSpPr txBox="1"/>
          <p:nvPr/>
        </p:nvSpPr>
        <p:spPr>
          <a:xfrm>
            <a:off x="1598084" y="1375833"/>
            <a:ext cx="9747249"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buFont typeface=""/>
              <a:buChar char="•"/>
            </a:pPr>
            <a:r>
              <a:rPr lang="en-US" sz="2800" b="1" i="0"/>
              <a:t>The system successfully stores and processes multiple academic submissions.</a:t>
            </a:r>
            <a:endParaRPr lang="en-US" sz="2800" b="1" i="0">
              <a:ea typeface="Calibri"/>
              <a:cs typeface="Calibri"/>
            </a:endParaRPr>
          </a:p>
          <a:p>
            <a:pPr algn="l" rtl="0">
              <a:buFont typeface=""/>
              <a:buChar char="•"/>
            </a:pPr>
            <a:r>
              <a:rPr lang="en-US" sz="2800" b="1" i="0"/>
              <a:t>It identifies common words between documents.</a:t>
            </a:r>
            <a:endParaRPr lang="en-US" sz="2800" b="1" i="0">
              <a:ea typeface="Calibri"/>
              <a:cs typeface="Calibri"/>
            </a:endParaRPr>
          </a:p>
          <a:p>
            <a:pPr algn="l" rtl="0">
              <a:buFont typeface=""/>
              <a:buChar char="•"/>
            </a:pPr>
            <a:r>
              <a:rPr lang="en-US" sz="2800" b="1" i="0"/>
              <a:t>Hash-based data structures provide efficient word lookup.</a:t>
            </a:r>
            <a:endParaRPr lang="en-US" sz="2800" b="1" i="0">
              <a:ea typeface="Calibri"/>
              <a:cs typeface="Calibri"/>
            </a:endParaRPr>
          </a:p>
          <a:p>
            <a:pPr algn="l" rtl="0">
              <a:buFont typeface=""/>
              <a:buChar char="•"/>
            </a:pPr>
            <a:r>
              <a:rPr lang="en-US" sz="2800" b="1" i="0"/>
              <a:t>Searching algorithms help retrieve required content.</a:t>
            </a:r>
            <a:endParaRPr lang="en-US" sz="2800" b="1" i="0">
              <a:ea typeface="Calibri"/>
              <a:cs typeface="Calibri"/>
            </a:endParaRPr>
          </a:p>
          <a:p>
            <a:pPr algn="l" rtl="0">
              <a:buFont typeface=""/>
              <a:buChar char="•"/>
            </a:pPr>
            <a:r>
              <a:rPr lang="en-US" sz="2800" b="1" i="0"/>
              <a:t>Sorting algorithms arrange documents according to similarity.</a:t>
            </a:r>
            <a:endParaRPr lang="en-US" sz="2800" b="1" i="0">
              <a:ea typeface="Calibri"/>
              <a:cs typeface="Calibri"/>
            </a:endParaRPr>
          </a:p>
          <a:p>
            <a:pPr algn="l" rtl="0">
              <a:buFont typeface=""/>
              <a:buChar char="•"/>
            </a:pPr>
            <a:r>
              <a:rPr lang="en-US" sz="2800" b="1" i="0"/>
              <a:t>The system calculates and displays the plagiarism similarity percentage.</a:t>
            </a:r>
            <a:endParaRPr lang="en-US" sz="2800" b="1" i="0">
              <a:ea typeface="Calibri"/>
              <a:cs typeface="Calibri"/>
            </a:endParaRPr>
          </a:p>
          <a:p>
            <a:endParaRPr lang="en-US" sz="2800" dirty="0">
              <a:ea typeface="Calibri"/>
              <a:cs typeface="Calibri"/>
            </a:endParaRPr>
          </a:p>
          <a:p>
            <a:endParaRPr lang="en-US" sz="2800" dirty="0">
              <a:ea typeface="Calibri"/>
              <a:cs typeface="Calibri"/>
            </a:endParaRPr>
          </a:p>
          <a:p>
            <a:pPr algn="ctr"/>
            <a:endParaRPr lang="en-US" sz="2800" dirty="0">
              <a:ea typeface="Calibri"/>
              <a:cs typeface="Calibri"/>
            </a:endParaRP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85344751-28B5-B62A-408B-610CFA1E5F62}"/>
              </a:ext>
            </a:extLst>
          </p:cNvPr>
          <p:cNvSpPr txBox="1"/>
          <p:nvPr/>
        </p:nvSpPr>
        <p:spPr>
          <a:xfrm>
            <a:off x="887104" y="1211239"/>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a:t>Hardware </a:t>
            </a:r>
            <a:endParaRPr lang="en-US" sz="2800">
              <a:ea typeface="Calibri"/>
              <a:cs typeface="Calibri"/>
            </a:endParaRPr>
          </a:p>
          <a:p>
            <a:pPr algn="ctr"/>
            <a:endParaRPr lang="en-US"/>
          </a:p>
        </p:txBody>
      </p:sp>
      <p:sp>
        <p:nvSpPr>
          <p:cNvPr id="5" name="TextBox 4">
            <a:extLst>
              <a:ext uri="{FF2B5EF4-FFF2-40B4-BE49-F238E27FC236}">
                <a16:creationId xmlns:a16="http://schemas.microsoft.com/office/drawing/2014/main" id="{BCB7D59D-82AF-2289-A582-F535C1F392E8}"/>
              </a:ext>
            </a:extLst>
          </p:cNvPr>
          <p:cNvSpPr txBox="1"/>
          <p:nvPr/>
        </p:nvSpPr>
        <p:spPr>
          <a:xfrm>
            <a:off x="1444388" y="1711657"/>
            <a:ext cx="60960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b="1" i="0"/>
              <a:t>Processor: Intel Core </a:t>
            </a:r>
            <a:r>
              <a:rPr lang="en-US" sz="2400" b="1"/>
              <a:t>i5</a:t>
            </a:r>
            <a:r>
              <a:rPr lang="en-US" sz="2400" b="1" i="0"/>
              <a:t> or </a:t>
            </a:r>
            <a:r>
              <a:rPr lang="en-US" sz="2400" b="1"/>
              <a:t>above</a:t>
            </a:r>
            <a:endParaRPr lang="en-US" sz="2400" b="1">
              <a:ea typeface="Calibri"/>
              <a:cs typeface="Calibri"/>
            </a:endParaRPr>
          </a:p>
          <a:p>
            <a:pPr marL="342900" indent="-342900">
              <a:buFont typeface="Arial"/>
              <a:buChar char="•"/>
            </a:pPr>
            <a:r>
              <a:rPr lang="en-US" sz="2400" b="1"/>
              <a:t>RAM</a:t>
            </a:r>
            <a:r>
              <a:rPr lang="en-US" sz="2400" b="1">
                <a:ea typeface="+mn-lt"/>
                <a:cs typeface="+mn-lt"/>
              </a:rPr>
              <a:t>: Minimum 4 GB</a:t>
            </a:r>
          </a:p>
          <a:p>
            <a:pPr marL="342900" indent="-342900">
              <a:buFont typeface="Arial"/>
              <a:buChar char="•"/>
            </a:pPr>
            <a:r>
              <a:rPr lang="en-US" sz="2400" b="1">
                <a:ea typeface="+mn-lt"/>
                <a:cs typeface="+mn-lt"/>
              </a:rPr>
              <a:t>Storage: Minimum 500 MB free space</a:t>
            </a:r>
          </a:p>
          <a:p>
            <a:pPr marL="342900" indent="-342900">
              <a:buFont typeface="Arial"/>
              <a:buChar char="•"/>
            </a:pPr>
            <a:r>
              <a:rPr lang="en-US" sz="2400" b="1">
                <a:ea typeface="+mn-lt"/>
                <a:cs typeface="+mn-lt"/>
              </a:rPr>
              <a:t>System: Laptop or Desktop</a:t>
            </a:r>
            <a:endParaRPr lang="en-US" sz="2400" b="1">
              <a:ea typeface="Calibri"/>
              <a:cs typeface="Calibri"/>
            </a:endParaRPr>
          </a:p>
        </p:txBody>
      </p:sp>
      <p:sp>
        <p:nvSpPr>
          <p:cNvPr id="6" name="TextBox 5">
            <a:extLst>
              <a:ext uri="{FF2B5EF4-FFF2-40B4-BE49-F238E27FC236}">
                <a16:creationId xmlns:a16="http://schemas.microsoft.com/office/drawing/2014/main" id="{7975E3D2-B904-56BE-C917-D3F0B6977B13}"/>
              </a:ext>
            </a:extLst>
          </p:cNvPr>
          <p:cNvSpPr txBox="1"/>
          <p:nvPr/>
        </p:nvSpPr>
        <p:spPr>
          <a:xfrm>
            <a:off x="887104" y="3542731"/>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a:t>Software </a:t>
            </a:r>
            <a:endParaRPr lang="en-US" sz="2800">
              <a:ea typeface="Calibri"/>
              <a:cs typeface="Calibri"/>
            </a:endParaRPr>
          </a:p>
          <a:p>
            <a:pPr algn="ctr"/>
            <a:endParaRPr lang="en-US" sz="2800" dirty="0">
              <a:ea typeface="Calibri"/>
              <a:cs typeface="Calibri"/>
            </a:endParaRPr>
          </a:p>
        </p:txBody>
      </p:sp>
      <p:sp>
        <p:nvSpPr>
          <p:cNvPr id="7" name="TextBox 6">
            <a:extLst>
              <a:ext uri="{FF2B5EF4-FFF2-40B4-BE49-F238E27FC236}">
                <a16:creationId xmlns:a16="http://schemas.microsoft.com/office/drawing/2014/main" id="{35A0FC01-7B93-3D8E-C9DE-83CA220B598D}"/>
              </a:ext>
            </a:extLst>
          </p:cNvPr>
          <p:cNvSpPr txBox="1"/>
          <p:nvPr/>
        </p:nvSpPr>
        <p:spPr>
          <a:xfrm>
            <a:off x="1444388" y="4145507"/>
            <a:ext cx="641444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b="1" i="0"/>
              <a:t>Programming Language: Python 3.x</a:t>
            </a:r>
            <a:endParaRPr lang="en-US" sz="2400" b="1">
              <a:ea typeface="Calibri"/>
              <a:cs typeface="Calibri"/>
            </a:endParaRPr>
          </a:p>
          <a:p>
            <a:pPr marL="342900" indent="-342900">
              <a:buFont typeface="Arial"/>
              <a:buChar char="•"/>
            </a:pPr>
            <a:r>
              <a:rPr lang="en-US" sz="2400" b="1">
                <a:ea typeface="+mn-lt"/>
                <a:cs typeface="+mn-lt"/>
              </a:rPr>
              <a:t>IDE: VS Code</a:t>
            </a:r>
          </a:p>
          <a:p>
            <a:pPr marL="342900" indent="-342900">
              <a:buFont typeface="Arial"/>
              <a:buChar char="•"/>
            </a:pPr>
            <a:r>
              <a:rPr lang="en-US" sz="2400" b="1">
                <a:ea typeface="+mn-lt"/>
                <a:cs typeface="+mn-lt"/>
              </a:rPr>
              <a:t>Operating System: Windows, Linux, or macOS</a:t>
            </a:r>
          </a:p>
          <a:p>
            <a:pPr marL="342900" indent="-342900">
              <a:buFont typeface="Arial"/>
              <a:buChar char="•"/>
            </a:pPr>
            <a:r>
              <a:rPr lang="en-US" sz="2400" b="1">
                <a:ea typeface="+mn-lt"/>
                <a:cs typeface="+mn-lt"/>
              </a:rPr>
              <a:t>Libraries: Python built-in data structures and modules</a:t>
            </a:r>
            <a:endParaRPr lang="en-US" sz="2400">
              <a:ea typeface="Calibri"/>
              <a:cs typeface="Calibri"/>
            </a:endParaRP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42908FDC-CE52-84EC-418B-D3BBE642416E}"/>
              </a:ext>
            </a:extLst>
          </p:cNvPr>
          <p:cNvSpPr txBox="1"/>
          <p:nvPr/>
        </p:nvSpPr>
        <p:spPr>
          <a:xfrm>
            <a:off x="955343" y="1711657"/>
            <a:ext cx="10269940"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rtl="0"/>
            <a:r>
              <a:rPr lang="en-US" sz="2800" b="1" i="0" dirty="0"/>
              <a:t>The Plagiarism Detection Engine for Academic Submissions demonstrates how Data Structures and Algorithms can be applied to solve a real-world problem. The project uses data structures such as Lists, </a:t>
            </a:r>
            <a:r>
              <a:rPr lang="en-US" sz="2800" b="1" i="0" dirty="0" err="1"/>
              <a:t>HashMaps</a:t>
            </a:r>
            <a:r>
              <a:rPr lang="en-US" sz="2800" b="1" i="0" dirty="0"/>
              <a:t>, Stacks, and Queues for storing and managing data, while searching, sorting, and comparison algorithms are used to detect similar content. The system provides an efficient way to compare academic submissions and identify potential plagiarism.</a:t>
            </a:r>
            <a:endParaRPr lang="en-US" sz="2800" b="1" i="0">
              <a:ea typeface="Calibri"/>
              <a:cs typeface="Calibri"/>
            </a:endParaRPr>
          </a:p>
          <a:p>
            <a:pPr algn="ctr"/>
            <a:endParaRPr lang="en-US" sz="2800" dirty="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308646F5-BC8E-C7C9-2221-0C92902C2F22}"/>
              </a:ext>
            </a:extLst>
          </p:cNvPr>
          <p:cNvSpPr txBox="1"/>
          <p:nvPr/>
        </p:nvSpPr>
        <p:spPr>
          <a:xfrm>
            <a:off x="943971" y="1324970"/>
            <a:ext cx="1029268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rtl="0">
              <a:buFont typeface=""/>
              <a:buChar char="•"/>
            </a:pPr>
            <a:r>
              <a:rPr lang="en-US" sz="2800" b="1" i="0"/>
              <a:t>Compare a larger number of documents efficiently.</a:t>
            </a:r>
            <a:endParaRPr lang="en-US" sz="2800" b="1" i="0">
              <a:ea typeface="Calibri"/>
              <a:cs typeface="Calibri"/>
            </a:endParaRPr>
          </a:p>
          <a:p>
            <a:pPr algn="just" rtl="0">
              <a:buFont typeface=""/>
              <a:buChar char="•"/>
            </a:pPr>
            <a:r>
              <a:rPr lang="en-US" sz="2800" b="1" i="0"/>
              <a:t>Implement advanced string-matching algorithms such as KMP or Rabin-Karp.</a:t>
            </a:r>
            <a:endParaRPr lang="en-US" sz="2800" b="1" i="0">
              <a:ea typeface="Calibri"/>
              <a:cs typeface="Calibri"/>
            </a:endParaRPr>
          </a:p>
          <a:p>
            <a:pPr algn="just" rtl="0">
              <a:buFont typeface=""/>
              <a:buChar char="•"/>
            </a:pPr>
            <a:r>
              <a:rPr lang="en-US" sz="2800" b="1" i="0"/>
              <a:t>Improve phrase and sentence-level comparison.</a:t>
            </a:r>
            <a:endParaRPr lang="en-US" sz="2800" b="1" i="0">
              <a:ea typeface="Calibri"/>
              <a:cs typeface="Calibri"/>
            </a:endParaRPr>
          </a:p>
          <a:p>
            <a:pPr algn="just" rtl="0">
              <a:buFont typeface=""/>
              <a:buChar char="•"/>
            </a:pPr>
            <a:r>
              <a:rPr lang="en-US" sz="2800" b="1" i="0"/>
              <a:t>Add Trie data structures for faster word searching.</a:t>
            </a:r>
            <a:endParaRPr lang="en-US" sz="2800" b="1" i="0">
              <a:ea typeface="Calibri"/>
              <a:cs typeface="Calibri"/>
            </a:endParaRPr>
          </a:p>
          <a:p>
            <a:pPr algn="just" rtl="0">
              <a:buFont typeface=""/>
              <a:buChar char="•"/>
            </a:pPr>
            <a:r>
              <a:rPr lang="en-US" sz="2800" b="1" i="0"/>
              <a:t>Use more efficient sorting algorithms for large datasets.</a:t>
            </a:r>
            <a:endParaRPr lang="en-US" sz="2800" b="1" i="0">
              <a:ea typeface="Calibri"/>
              <a:cs typeface="Calibri"/>
            </a:endParaRPr>
          </a:p>
          <a:p>
            <a:pPr algn="just" rtl="0">
              <a:buFont typeface=""/>
              <a:buChar char="•"/>
            </a:pPr>
            <a:r>
              <a:rPr lang="en-US" sz="2800" b="1" i="0"/>
              <a:t>Develop a graphical or web-based interface.</a:t>
            </a:r>
            <a:endParaRPr lang="en-US" sz="2800" b="1" i="0">
              <a:ea typeface="Calibri"/>
              <a:cs typeface="Calibri"/>
            </a:endParaRPr>
          </a:p>
          <a:p>
            <a:pPr algn="just" rtl="0">
              <a:buFont typeface=""/>
              <a:buChar char="•"/>
            </a:pPr>
            <a:r>
              <a:rPr lang="en-US" sz="2800" b="1" i="0"/>
              <a:t>Support PDF and DOCX academic submissions.</a:t>
            </a:r>
            <a:endParaRPr lang="en-US" sz="2800" b="1" i="0">
              <a:ea typeface="Calibri"/>
              <a:cs typeface="Calibri"/>
            </a:endParaRPr>
          </a:p>
          <a:p>
            <a:pPr algn="just" rtl="0">
              <a:buFont typeface=""/>
              <a:buChar char="•"/>
            </a:pPr>
            <a:r>
              <a:rPr lang="en-US" sz="2800" b="1" i="0"/>
              <a:t>Add database storage for plagiarism history.</a:t>
            </a:r>
            <a:endParaRPr lang="en-US" sz="2800" b="1" i="0">
              <a:ea typeface="Calibri"/>
              <a:cs typeface="Calibri"/>
            </a:endParaRPr>
          </a:p>
          <a:p>
            <a:endParaRPr lang="en-US" sz="2800" b="1" dirty="0">
              <a:ea typeface="Calibri"/>
              <a:cs typeface="Calibri"/>
            </a:endParaRPr>
          </a:p>
          <a:p>
            <a:endParaRPr lang="en-US" sz="2800" b="1" dirty="0">
              <a:ea typeface="Calibri"/>
              <a:cs typeface="Calibri"/>
            </a:endParaRPr>
          </a:p>
          <a:p>
            <a:pPr algn="ctr"/>
            <a:endParaRPr lang="en-US" sz="2800" b="1" dirty="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       Data Structures and Algorithms -3 (25CS2103E)  Plagiarism Detection Engine for Academic Submissions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116</cp:revision>
  <dcterms:created xsi:type="dcterms:W3CDTF">2024-08-29T05:25:00Z</dcterms:created>
  <dcterms:modified xsi:type="dcterms:W3CDTF">2026-08-26T08:46:46Z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